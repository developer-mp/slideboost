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_rels/slide1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</p:sldMasterIdLst>
  <p:sldIdLst>
    <p:sldId id="256" r:id="rId11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" Target="slides/slide1.xml"/><Relationship Id="rId1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9CA79CEC-C584-42F5-814D-7297DB3133C6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3E4E19A-1F73-4F8C-A28A-F9EC99AE472D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22BC0C8-61B2-4A6F-AF96-E2B517590091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41F93D16-4473-463E-85F5-AEA991BC76AC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781DCA9-D4D8-4B25-91B9-874638984D47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C396A19F-5A11-4631-B686-983D3FCA1F52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0C591EB8-B7F0-4748-B169-237BF3872E6D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B364B33-5364-4FD6-9519-A65D7439A3F8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753D9F6B-7D68-4FA3-ADB9-9E2D81D4C720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C5FB2F5E-1AB8-4A30-B1A4-DE758ECD0596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F1AE193B-D6C1-4156-83EA-ACE89E2A3A1A}" type="slidenum">
              <a:t>&lt;#&gt;</a:t>
            </a:fld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AAAEAB2A-8B12-4C24-AF02-AD753D929EF2}" type="slidenum">
              <a:t>&lt;#&gt;</a:t>
            </a:fld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E9F358D1-D68C-4531-B46D-26AC28552C5E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<Relationship Id="rId3" Type="http://schemas.openxmlformats.org/officeDocument/2006/relationships/slideLayout" Target="../slideLayouts/slideLayout10.xml"/><Relationship Id="rId4" Type="http://schemas.openxmlformats.org/officeDocument/2006/relationships/slideLayout" Target="../slideLayouts/slideLayout11.xml"/><Relationship Id="rId5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311760" y="186948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 fontScale="77500" lnSpcReduction="19999"/>
          </a:bodyPr>
          <a:p>
            <a:pPr indent="0">
              <a:buNone/>
            </a:pPr>
            <a:r>
              <a:rPr b="0" lang="en-US" sz="92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9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612488F-0F98-46AF-98FD-A7CFB62AF3D7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311760" y="2151000"/>
            <a:ext cx="8520120" cy="84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p>
            <a:pPr indent="0">
              <a:buNone/>
            </a:pPr>
            <a:r>
              <a:rPr b="0" lang="en-US" sz="36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B939DEE-F28F-43EF-A4E0-32544E25B762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lnSpcReduction="9999"/>
          </a:bodyPr>
          <a:p>
            <a:pPr indent="0">
              <a:buNone/>
            </a:pPr>
            <a:r>
              <a:rPr b="0" lang="en-US" sz="2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DC597D6-0C83-4D6F-AF8A-AA672A40E91F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lnSpcReduction="9999"/>
          </a:bodyPr>
          <a:p>
            <a:pPr indent="0">
              <a:buNone/>
            </a:pPr>
            <a:r>
              <a:rPr b="0" lang="en-US" sz="2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399960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4832280" y="1152360"/>
            <a:ext cx="399960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691755F-A9C5-4E11-9EC5-C03649CD627F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body"/>
          </p:nvPr>
        </p:nvSpPr>
        <p:spPr>
          <a:xfrm>
            <a:off x="656640" y="2359800"/>
            <a:ext cx="1690920" cy="1690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lnSpcReduction="9999"/>
          </a:bodyPr>
          <a:p>
            <a:pPr indent="0">
              <a:buNone/>
            </a:pPr>
            <a:r>
              <a:rPr b="0" lang="en-US" sz="2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C830725-8B31-4CF8-A53C-229FBF44A429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6796080" y="2359800"/>
            <a:ext cx="1690920" cy="1690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body"/>
          </p:nvPr>
        </p:nvSpPr>
        <p:spPr>
          <a:xfrm>
            <a:off x="2703240" y="2359800"/>
            <a:ext cx="1690920" cy="1690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" name="PlaceHolder 6"/>
          <p:cNvSpPr>
            <a:spLocks noGrp="1"/>
          </p:cNvSpPr>
          <p:nvPr>
            <p:ph type="body"/>
          </p:nvPr>
        </p:nvSpPr>
        <p:spPr>
          <a:xfrm>
            <a:off x="4749840" y="2359800"/>
            <a:ext cx="1690920" cy="1690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90320" y="450000"/>
            <a:ext cx="4106160" cy="409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p>
            <a:pPr indent="0">
              <a:buNone/>
            </a:pPr>
            <a:r>
              <a:rPr b="0" lang="en-US" sz="4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4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8931D76-6C43-46AD-8E79-944027865728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3814560" y="1348920"/>
            <a:ext cx="4657320" cy="2818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37;p8"/>
          <p:cNvSpPr/>
          <p:nvPr/>
        </p:nvSpPr>
        <p:spPr>
          <a:xfrm>
            <a:off x="4572000" y="0"/>
            <a:ext cx="4571640" cy="51433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265680" y="1233000"/>
            <a:ext cx="4044960" cy="148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>
              <a:buNone/>
            </a:pPr>
            <a:r>
              <a:rPr b="0" lang="en-US" sz="42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4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4939560" y="723960"/>
            <a:ext cx="3836520" cy="369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B051C10-AA79-49CA-94F9-F7F0A27A0898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body"/>
          </p:nvPr>
        </p:nvSpPr>
        <p:spPr>
          <a:xfrm>
            <a:off x="311760" y="4230720"/>
            <a:ext cx="5998320" cy="60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FEE7285-09C7-4D05-B2BA-13859F357DD6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D558E7E-2CEA-45E4-BB00-C72154B58A21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5" r:id="rId2"/>
    <p:sldLayoutId id="2147483666" r:id="rId3"/>
    <p:sldLayoutId id="2147483667" r:id="rId4"/>
    <p:sldLayoutId id="2147483668" r:id="rId5"/>
    <p:sldLayoutId id="2147483669" r:id="rId6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ae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51;p11"/>
          <p:cNvSpPr/>
          <p:nvPr/>
        </p:nvSpPr>
        <p:spPr>
          <a:xfrm>
            <a:off x="1889640" y="1088640"/>
            <a:ext cx="5364720" cy="390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80000"/>
              </a:lnSpc>
              <a:tabLst>
                <a:tab algn="l" pos="0"/>
              </a:tabLst>
            </a:pPr>
            <a:r>
              <a:rPr b="0" lang="en" sz="8000" strike="noStrike" u="none">
                <a:solidFill>
                  <a:srgbClr val="191515"/>
                </a:solidFill>
                <a:uFillTx/>
                <a:latin typeface="Anton"/>
                <a:ea typeface="Anton"/>
              </a:rPr>
              <a:t>SIMPLE BUSINESS PROPOSAL</a:t>
            </a:r>
            <a:endParaRPr b="0" lang="en-US" sz="8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6" name="Google Shape;52;p11"/>
          <p:cNvSpPr/>
          <p:nvPr/>
        </p:nvSpPr>
        <p:spPr>
          <a:xfrm>
            <a:off x="514440" y="344520"/>
            <a:ext cx="1734480" cy="1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6000"/>
              </a:lnSpc>
              <a:tabLst>
                <a:tab algn="l" pos="0"/>
              </a:tabLst>
            </a:pPr>
            <a:r>
              <a:rPr b="0" lang="en" sz="1200" strike="noStrike" u="none">
                <a:solidFill>
                  <a:srgbClr val="191515"/>
                </a:solidFill>
                <a:uFillTx/>
                <a:latin typeface="Anton"/>
                <a:ea typeface="Anton"/>
              </a:rPr>
              <a:t>COMPANY NAME</a:t>
            </a:r>
            <a:endParaRPr b="0" lang="en-US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7" name="Google Shape;53;p11"/>
          <p:cNvSpPr/>
          <p:nvPr/>
        </p:nvSpPr>
        <p:spPr>
          <a:xfrm>
            <a:off x="514440" y="4638600"/>
            <a:ext cx="202176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5000"/>
              </a:lnSpc>
              <a:tabLst>
                <a:tab algn="l" pos="0"/>
              </a:tabLst>
            </a:pPr>
            <a:r>
              <a:rPr b="0" lang="en" sz="1000" strike="noStrike" u="none">
                <a:solidFill>
                  <a:srgbClr val="191515"/>
                </a:solidFill>
                <a:uFillTx/>
                <a:latin typeface="Alata"/>
                <a:ea typeface="Alata"/>
              </a:rPr>
              <a:t>Presentation Slides</a:t>
            </a:r>
            <a:endParaRPr b="0" lang="en-US" sz="1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8" name="Google Shape;54;p11"/>
          <p:cNvSpPr/>
          <p:nvPr/>
        </p:nvSpPr>
        <p:spPr>
          <a:xfrm>
            <a:off x="7729920" y="363240"/>
            <a:ext cx="899280" cy="38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6000"/>
              </a:lnSpc>
              <a:tabLst>
                <a:tab algn="l" pos="0"/>
              </a:tabLst>
            </a:pPr>
            <a:r>
              <a:rPr b="0" lang="en" sz="1200" strike="noStrike" u="none">
                <a:solidFill>
                  <a:srgbClr val="191515"/>
                </a:solidFill>
                <a:uFillTx/>
                <a:latin typeface="Anton"/>
                <a:ea typeface="Anton"/>
              </a:rPr>
              <a:t>YOURLOGO.</a:t>
            </a:r>
            <a:endParaRPr b="0" lang="en-US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49" name="Google Shape;55;p11"/>
          <p:cNvCxnSpPr/>
          <p:nvPr/>
        </p:nvCxnSpPr>
        <p:spPr>
          <a:xfrm>
            <a:off x="8134920" y="4699800"/>
            <a:ext cx="495000" cy="360"/>
          </a:xfrm>
          <a:prstGeom prst="straightConnector1">
            <a:avLst/>
          </a:prstGeom>
          <a:ln w="19050">
            <a:solidFill>
              <a:srgbClr val="000000"/>
            </a:solidFill>
            <a:prstDash val="dot"/>
            <a:round/>
            <a:tailEnd len="med" type="stealth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eae8f3"/>
      </a:lt1>
      <a:dk2>
        <a:srgbClr val="191515"/>
      </a:dk2>
      <a:lt2>
        <a:srgbClr val="eae8f3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eae8f3"/>
      </a:lt1>
      <a:dk2>
        <a:srgbClr val="191515"/>
      </a:dk2>
      <a:lt2>
        <a:srgbClr val="eae8f3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eae8f3"/>
      </a:lt1>
      <a:dk2>
        <a:srgbClr val="191515"/>
      </a:dk2>
      <a:lt2>
        <a:srgbClr val="eae8f3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eae8f3"/>
      </a:lt1>
      <a:dk2>
        <a:srgbClr val="191515"/>
      </a:dk2>
      <a:lt2>
        <a:srgbClr val="eae8f3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eae8f3"/>
      </a:lt1>
      <a:dk2>
        <a:srgbClr val="191515"/>
      </a:dk2>
      <a:lt2>
        <a:srgbClr val="eae8f3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eae8f3"/>
      </a:lt1>
      <a:dk2>
        <a:srgbClr val="191515"/>
      </a:dk2>
      <a:lt2>
        <a:srgbClr val="eae8f3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eae8f3"/>
      </a:lt1>
      <a:dk2>
        <a:srgbClr val="191515"/>
      </a:dk2>
      <a:lt2>
        <a:srgbClr val="eae8f3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eae8f3"/>
      </a:lt1>
      <a:dk2>
        <a:srgbClr val="191515"/>
      </a:dk2>
      <a:lt2>
        <a:srgbClr val="eae8f3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eae8f3"/>
      </a:lt1>
      <a:dk2>
        <a:srgbClr val="191515"/>
      </a:dk2>
      <a:lt2>
        <a:srgbClr val="eae8f3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LibreOffice/24.8.3.2$Windows_X86_64 LibreOffice_project/48a6bac9e7e268aeb4c3483fcf825c94556d9f92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2025-01-15T19:55:18Z</dcterms:modified>
  <cp:revision>1</cp:revision>
  <dc:subject/>
  <dc:title/>
</cp:coreProperties>
</file>