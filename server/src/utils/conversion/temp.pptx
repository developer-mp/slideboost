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9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7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theme+xml" PartName="/ppt/theme/theme8.xml"/>
  <Override ContentType="application/vnd.openxmlformats-officedocument.theme+xml" PartName="/ppt/theme/theme10.xml"/>
  <Override ContentType="application/vnd.openxmlformats-officedocument.theme+xml" PartName="/ppt/theme/theme9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notesMasterIdLst>
    <p:notesMasterId r:id="rId12"/>
  </p:notesMasterIdLst>
  <p:sldIdLst>
    <p:sldId id="256" r:id="rId13"/>
  </p:sldIdLst>
  <p:sldSz cy="5143500" cx="9144000"/>
  <p:notesSz cx="6858000" cy="9144000"/>
  <p:embeddedFontLst>
    <p:embeddedFont>
      <p:font typeface="Anton"/>
      <p:regular r:id="rId14"/>
    </p:embeddedFont>
    <p:embeddedFont>
      <p:font typeface="Alata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6" roundtripDataSignature="AMtx7mjsOcF3HbZEe/9hz9V+xrvFPtxm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Master" Target="slideMasters/slideMaster9.xml"/><Relationship Id="rId10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" Type="http://schemas.openxmlformats.org/officeDocument/2006/relationships/theme" Target="theme/theme6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Master" Target="slideMasters/slideMaster7.xml"/><Relationship Id="rId15" Type="http://schemas.openxmlformats.org/officeDocument/2006/relationships/font" Target="fonts/Alata-regular.fntdata"/><Relationship Id="rId14" Type="http://schemas.openxmlformats.org/officeDocument/2006/relationships/font" Target="fonts/Anton-regular.fntdata"/><Relationship Id="rId16" Type="http://customschemas.google.com/relationships/presentationmetadata" Target="metadata"/><Relationship Id="rId5" Type="http://schemas.openxmlformats.org/officeDocument/2006/relationships/slideMaster" Target="slideMasters/slideMaster3.xml"/><Relationship Id="rId6" Type="http://schemas.openxmlformats.org/officeDocument/2006/relationships/slideMaster" Target="slideMasters/slideMaster4.xml"/><Relationship Id="rId7" Type="http://schemas.openxmlformats.org/officeDocument/2006/relationships/slideMaster" Target="slideMasters/slideMaster5.xml"/><Relationship Id="rId8" Type="http://schemas.openxmlformats.org/officeDocument/2006/relationships/slideMaster" Target="slideMasters/slideMaster6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4"/>
          <p:cNvSpPr txBox="1"/>
          <p:nvPr>
            <p:ph idx="1"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"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itleOnly">
  <p:cSld name="TITLE_ONL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woObj">
  <p:cSld name="TWO_OBJECT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7"/>
          <p:cNvSpPr txBox="1"/>
          <p:nvPr>
            <p:ph idx="1"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"/>
          <p:cNvSpPr txBox="1"/>
          <p:nvPr>
            <p:ph idx="2"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1"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3" name="Google Shape;33;p9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HEADER" type="blank">
  <p:cSld name="BLANK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" type="tx">
  <p:cSld name="TITLE_AND_BOD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3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3"/>
          <p:cNvSpPr txBox="1"/>
          <p:nvPr>
            <p:ph idx="1"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3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TWO_COLUMNS" type="twoObj">
  <p:cSld name="TWO_OBJECTS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5"/>
          <p:cNvSpPr txBox="1"/>
          <p:nvPr>
            <p:ph idx="1" type="body"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/>
          <p:nvPr>
            <p:ph idx="2" type="body"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ONLY" type="titleOnly">
  <p:cSld name="TITLE_ONL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_POINT" type="blank">
  <p:cSld name="BLANK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9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" type="blank">
  <p:cSld name="BLANK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_ONLY" type="blank">
  <p:cSld name="BLANK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3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sz="1000" u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6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5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3.xml"/></Relationships>
</file>

<file path=ppt/slideMasters/_rels/slideMaster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1.xml"/></Relationships>
</file>

<file path=ppt/slideMasters/_rels/slideMaster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10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7.xml"/></Relationships>
</file>

<file path=ppt/slideMasters/_rels/slideMaster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4.xml"/></Relationships>
</file>

<file path=ppt/slideMasters/_rels/slideMaster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" name="Google Shape;7;p2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p2"/>
          <p:cNvSpPr txBox="1"/>
          <p:nvPr>
            <p:ph idx="1"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311760" y="1869480"/>
            <a:ext cx="8520120" cy="205236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/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6" name="Google Shape;36;p10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7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2"/>
          <p:cNvSpPr txBox="1"/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1" name="Google Shape;41;p12"/>
          <p:cNvSpPr txBox="1"/>
          <p:nvPr>
            <p:ph idx="1"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2" name="Google Shape;42;p12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/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9" name="Google Shape;49;p14"/>
          <p:cNvSpPr txBox="1"/>
          <p:nvPr>
            <p:ph idx="1"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0" name="Google Shape;50;p14"/>
          <p:cNvSpPr txBox="1"/>
          <p:nvPr>
            <p:ph idx="2"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1" name="Google Shape;51;p14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 txBox="1"/>
          <p:nvPr>
            <p:ph idx="1" type="body"/>
          </p:nvPr>
        </p:nvSpPr>
        <p:spPr>
          <a:xfrm>
            <a:off x="656640" y="2359800"/>
            <a:ext cx="1690920" cy="1690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9" name="Google Shape;59;p16"/>
          <p:cNvSpPr txBox="1"/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" name="Google Shape;61;p16"/>
          <p:cNvSpPr txBox="1"/>
          <p:nvPr>
            <p:ph idx="2" type="body"/>
          </p:nvPr>
        </p:nvSpPr>
        <p:spPr>
          <a:xfrm>
            <a:off x="6796080" y="2359800"/>
            <a:ext cx="1690920" cy="1690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2" name="Google Shape;62;p16"/>
          <p:cNvSpPr txBox="1"/>
          <p:nvPr>
            <p:ph idx="3" type="body"/>
          </p:nvPr>
        </p:nvSpPr>
        <p:spPr>
          <a:xfrm>
            <a:off x="2703240" y="2359800"/>
            <a:ext cx="1690920" cy="1690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3" name="Google Shape;63;p16"/>
          <p:cNvSpPr txBox="1"/>
          <p:nvPr>
            <p:ph idx="4" type="body"/>
          </p:nvPr>
        </p:nvSpPr>
        <p:spPr>
          <a:xfrm>
            <a:off x="4749840" y="2359800"/>
            <a:ext cx="1690920" cy="1690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490320" y="450000"/>
            <a:ext cx="4106160" cy="4090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9" name="Google Shape;69;p18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>
            <a:off x="3814560" y="1348920"/>
            <a:ext cx="4657320" cy="28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5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0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20"/>
          <p:cNvSpPr txBox="1"/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7" name="Google Shape;77;p20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2"/>
          <p:cNvSpPr txBox="1"/>
          <p:nvPr>
            <p:ph idx="1"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2" name="Google Shape;82;p22"/>
          <p:cNvSpPr txBox="1"/>
          <p:nvPr>
            <p:ph idx="12"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E8F3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514440" y="344520"/>
            <a:ext cx="1734480" cy="193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91515"/>
                </a:solidFill>
                <a:latin typeface="Anton"/>
                <a:ea typeface="Anton"/>
                <a:cs typeface="Anton"/>
                <a:sym typeface="Anton"/>
              </a:rPr>
              <a:t>COMPANY NAME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514440" y="4638600"/>
            <a:ext cx="2021760" cy="159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191515"/>
                </a:solidFill>
                <a:latin typeface="Alata"/>
                <a:ea typeface="Alata"/>
                <a:cs typeface="Alata"/>
                <a:sym typeface="Alata"/>
              </a:rPr>
              <a:t>Presentation Slides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7729920" y="363240"/>
            <a:ext cx="899280" cy="3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91515"/>
                </a:solidFill>
                <a:latin typeface="Anton"/>
                <a:ea typeface="Anton"/>
                <a:cs typeface="Anton"/>
                <a:sym typeface="Anton"/>
              </a:rPr>
              <a:t>YOURLOGO.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2" name="Google Shape;92;p1"/>
          <p:cNvCxnSpPr/>
          <p:nvPr/>
        </p:nvCxnSpPr>
        <p:spPr>
          <a:xfrm>
            <a:off x="8134920" y="4699800"/>
            <a:ext cx="495000" cy="36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dot"/>
            <a:round/>
            <a:headEnd len="sm" w="sm" type="none"/>
            <a:tailEnd len="med" w="med" type="stealth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