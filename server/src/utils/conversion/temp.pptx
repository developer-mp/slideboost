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" roundtripDataSignature="AMtx7mjgIXT4JJnrt9UCOuCCHfaLu1j7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AE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